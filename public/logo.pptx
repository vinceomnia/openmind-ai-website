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9" autoAdjust="0"/>
    <p:restoredTop sz="94660"/>
  </p:normalViewPr>
  <p:slideViewPr>
    <p:cSldViewPr snapToGrid="0">
      <p:cViewPr varScale="1">
        <p:scale>
          <a:sx n="66" d="100"/>
          <a:sy n="66" d="100"/>
        </p:scale>
        <p:origin x="42" y="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B89A-26B9-4422-C3AA-6FC170C7D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A3536-3816-BD71-436C-B9C8A35D8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ACF5C-2617-FC87-E9A9-6922812A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157A8-4045-848A-07F3-91E4A277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D6F7B-1C7E-3076-4F7A-C91230C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88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9BC4-F007-E38C-300B-36D06093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8FFB6-33BE-A388-8C31-F969DBA2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A0046-413A-EBC1-060D-D09B6467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4D5DD-AA27-351A-3946-A0C73048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F2AA3-04D6-AC71-0D97-5AD4919E1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42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81181-FD4A-CDE3-F3F7-1FFDB3CE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4B907-B913-0FC1-F707-FC6518AAB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68116-F6D2-C3DB-E190-B2FA7ACFB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C76C2-FCE8-D799-E818-3F27394B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D67F9-5A1C-1F77-5E0F-BE52ECE5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619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E9CC-63FB-1FC7-B391-388D1137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D05C2-6C0E-6BB8-39F1-2533304A8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5C89C-A55A-7966-91BC-7CD5874B8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F5D9-AEC6-1E14-5CFB-4E4711CA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AA3FE-74BF-D9B1-9808-E42F14EC1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61664-3798-C3CF-4708-4E2C6148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37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F39D7-4480-4483-5820-06129062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40D58-2085-F178-E739-29B8F2146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96CD7-2FE8-1F90-A7C2-05DF160C2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E37B2-CE6E-8062-D57C-A87A0AAF6F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D47B1-211F-4F2D-4437-905952DE0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33EF43-B90C-DD28-DCBA-4F930B14B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443C4-7CC4-F5F9-7692-1518B407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F11AD-A399-D882-A618-57182F25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45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21A9-29F1-9371-40AF-B4C9BED1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77E34-EB71-D978-C846-49BB932C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6DC8F-DBBE-054C-FA6A-92AD8DDC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4EFE4-D7BB-A008-F337-072F85F0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44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CE168-6A59-1A0F-E54E-51D90DBAB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573A0-DBFE-6A15-17F4-96EFE04C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22E60-4034-3996-728D-3E6E5A14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33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6D54-B2E2-744C-ED59-CBC49B8D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982B-8208-0EB6-28AB-4280A708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0D9EB-4728-D090-8962-CE0EFE51F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AEF1C-C5A9-57C3-0ABF-201B46E4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E4A70-53FD-B299-4908-E15A2743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9346C-F78F-4820-CCB3-54FF6374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19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09F-E54C-DCFF-EDCB-942A215A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3CA11-1A8D-7656-796B-392553513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E39E4-5978-6C90-CC49-C71D588C0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13184-DF55-929E-1397-879EB94F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5B67C-D98E-49DF-23CE-9C3A0C070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B7A1A-A6B5-5DFB-754D-119CB411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27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B6B0-51BB-D00E-A724-38FAF3A2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C2080-7747-4D70-F126-B01AC62B8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921A2-1298-C8A4-9B92-175F7F224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95417-B51F-353C-E0CB-A5C419C2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8689-A030-15A8-C8B2-581CCF5F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6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6A40E-C1AD-0DE9-0736-4FBA3D81C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7D68A-513C-DDB7-D39F-90C5D2E2C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53067-A293-6F07-B6E2-C7C8C5A4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00CD2-86B9-8EE4-DDEB-D5A4B99F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D4B80-1371-67F9-D94E-B423F5EE8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31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51F24-5856-DEE1-2598-C6D31CDA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868FA-0BA3-77AF-D778-2114EA80D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4EA95-C42E-4F40-8560-8DA800AF4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9FAFD-D8CF-4F89-BDCF-007073AB14AF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EDDEB-BF6E-5D10-5EC0-6E09695A3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52B96-D96C-21ED-E3FD-45C24CB61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A5D38-805D-468E-B9F8-1A6FDDD2C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90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E2B4ED-367D-FCB2-F499-4842605A8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48" y="2628332"/>
            <a:ext cx="8594927" cy="160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7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Hampson</dc:creator>
  <cp:lastModifiedBy>Chris Hampson</cp:lastModifiedBy>
  <cp:revision>1</cp:revision>
  <dcterms:created xsi:type="dcterms:W3CDTF">2025-09-02T15:42:45Z</dcterms:created>
  <dcterms:modified xsi:type="dcterms:W3CDTF">2025-09-02T15:43:44Z</dcterms:modified>
</cp:coreProperties>
</file>